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63" r:id="rId11"/>
    <p:sldId id="264" r:id="rId12"/>
    <p:sldId id="269" r:id="rId13"/>
    <p:sldId id="270" r:id="rId14"/>
    <p:sldId id="271" r:id="rId15"/>
    <p:sldId id="272" r:id="rId16"/>
    <p:sldId id="273" r:id="rId17"/>
    <p:sldId id="274" r:id="rId18"/>
    <p:sldId id="265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lva s" userId="6e4e7a5e557a64ca" providerId="LiveId" clId="{885EF52A-FF70-46EB-B0E4-7EC04A333E34}"/>
    <pc:docChg chg="undo custSel delSld modSld">
      <pc:chgData name="Selva s" userId="6e4e7a5e557a64ca" providerId="LiveId" clId="{885EF52A-FF70-46EB-B0E4-7EC04A333E34}" dt="2026-09-26T05:52:27.885" v="381" actId="27636"/>
      <pc:docMkLst>
        <pc:docMk/>
      </pc:docMkLst>
      <pc:sldChg chg="modSp mod">
        <pc:chgData name="Selva s" userId="6e4e7a5e557a64ca" providerId="LiveId" clId="{885EF52A-FF70-46EB-B0E4-7EC04A333E34}" dt="2026-09-26T05:46:32.010" v="41" actId="1036"/>
        <pc:sldMkLst>
          <pc:docMk/>
          <pc:sldMk cId="3761255484" sldId="259"/>
        </pc:sldMkLst>
        <pc:spChg chg="mod">
          <ac:chgData name="Selva s" userId="6e4e7a5e557a64ca" providerId="LiveId" clId="{885EF52A-FF70-46EB-B0E4-7EC04A333E34}" dt="2026-09-26T05:46:32.010" v="41" actId="1036"/>
          <ac:spMkLst>
            <pc:docMk/>
            <pc:sldMk cId="3761255484" sldId="259"/>
            <ac:spMk id="2" creationId="{9A0A7F09-97A1-036D-9C5D-FE78418D2A3D}"/>
          </ac:spMkLst>
        </pc:spChg>
        <pc:spChg chg="mod">
          <ac:chgData name="Selva s" userId="6e4e7a5e557a64ca" providerId="LiveId" clId="{885EF52A-FF70-46EB-B0E4-7EC04A333E34}" dt="2026-09-26T05:46:32.010" v="41" actId="1036"/>
          <ac:spMkLst>
            <pc:docMk/>
            <pc:sldMk cId="3761255484" sldId="259"/>
            <ac:spMk id="3" creationId="{D90F16DB-C42C-4569-8B45-BE3508CDF3D5}"/>
          </ac:spMkLst>
        </pc:spChg>
      </pc:sldChg>
      <pc:sldChg chg="modSp mod">
        <pc:chgData name="Selva s" userId="6e4e7a5e557a64ca" providerId="LiveId" clId="{885EF52A-FF70-46EB-B0E4-7EC04A333E34}" dt="2026-09-26T05:46:49.477" v="52" actId="1036"/>
        <pc:sldMkLst>
          <pc:docMk/>
          <pc:sldMk cId="1393829475" sldId="262"/>
        </pc:sldMkLst>
        <pc:spChg chg="mod">
          <ac:chgData name="Selva s" userId="6e4e7a5e557a64ca" providerId="LiveId" clId="{885EF52A-FF70-46EB-B0E4-7EC04A333E34}" dt="2026-09-26T05:46:49.477" v="52" actId="1036"/>
          <ac:spMkLst>
            <pc:docMk/>
            <pc:sldMk cId="1393829475" sldId="262"/>
            <ac:spMk id="2" creationId="{73811EF6-4D22-D2DE-26A0-EFA5DEABFD5F}"/>
          </ac:spMkLst>
        </pc:spChg>
        <pc:spChg chg="mod">
          <ac:chgData name="Selva s" userId="6e4e7a5e557a64ca" providerId="LiveId" clId="{885EF52A-FF70-46EB-B0E4-7EC04A333E34}" dt="2026-09-26T05:46:49.477" v="52" actId="1036"/>
          <ac:spMkLst>
            <pc:docMk/>
            <pc:sldMk cId="1393829475" sldId="262"/>
            <ac:spMk id="3" creationId="{AAB2B562-04EE-5259-8665-E20AB7648AA2}"/>
          </ac:spMkLst>
        </pc:spChg>
      </pc:sldChg>
      <pc:sldChg chg="modSp mod">
        <pc:chgData name="Selva s" userId="6e4e7a5e557a64ca" providerId="LiveId" clId="{885EF52A-FF70-46EB-B0E4-7EC04A333E34}" dt="2026-09-26T05:47:49.895" v="166" actId="1036"/>
        <pc:sldMkLst>
          <pc:docMk/>
          <pc:sldMk cId="3685322068" sldId="263"/>
        </pc:sldMkLst>
        <pc:spChg chg="mod">
          <ac:chgData name="Selva s" userId="6e4e7a5e557a64ca" providerId="LiveId" clId="{885EF52A-FF70-46EB-B0E4-7EC04A333E34}" dt="2026-09-26T05:47:49.895" v="166" actId="1036"/>
          <ac:spMkLst>
            <pc:docMk/>
            <pc:sldMk cId="3685322068" sldId="263"/>
            <ac:spMk id="2" creationId="{5BE3250A-8C82-DEFC-5840-A13E2CA641B5}"/>
          </ac:spMkLst>
        </pc:spChg>
        <pc:spChg chg="mod">
          <ac:chgData name="Selva s" userId="6e4e7a5e557a64ca" providerId="LiveId" clId="{885EF52A-FF70-46EB-B0E4-7EC04A333E34}" dt="2026-09-26T05:47:43.580" v="160" actId="1036"/>
          <ac:spMkLst>
            <pc:docMk/>
            <pc:sldMk cId="3685322068" sldId="263"/>
            <ac:spMk id="3" creationId="{5192E9A0-BA05-0827-0625-EE39EAEE3B72}"/>
          </ac:spMkLst>
        </pc:spChg>
      </pc:sldChg>
      <pc:sldChg chg="modSp mod">
        <pc:chgData name="Selva s" userId="6e4e7a5e557a64ca" providerId="LiveId" clId="{885EF52A-FF70-46EB-B0E4-7EC04A333E34}" dt="2026-09-26T05:50:53.796" v="306" actId="1038"/>
        <pc:sldMkLst>
          <pc:docMk/>
          <pc:sldMk cId="2366859718" sldId="265"/>
        </pc:sldMkLst>
        <pc:spChg chg="mod">
          <ac:chgData name="Selva s" userId="6e4e7a5e557a64ca" providerId="LiveId" clId="{885EF52A-FF70-46EB-B0E4-7EC04A333E34}" dt="2026-09-26T05:50:53.796" v="306" actId="1038"/>
          <ac:spMkLst>
            <pc:docMk/>
            <pc:sldMk cId="2366859718" sldId="265"/>
            <ac:spMk id="2" creationId="{8D2B860E-CE48-BA0F-5FE4-0BB69F435192}"/>
          </ac:spMkLst>
        </pc:spChg>
      </pc:sldChg>
      <pc:sldChg chg="del">
        <pc:chgData name="Selva s" userId="6e4e7a5e557a64ca" providerId="LiveId" clId="{885EF52A-FF70-46EB-B0E4-7EC04A333E34}" dt="2026-09-26T05:48:15.514" v="167" actId="2696"/>
        <pc:sldMkLst>
          <pc:docMk/>
          <pc:sldMk cId="2959830552" sldId="267"/>
        </pc:sldMkLst>
      </pc:sldChg>
      <pc:sldChg chg="modSp mod">
        <pc:chgData name="Selva s" userId="6e4e7a5e557a64ca" providerId="LiveId" clId="{885EF52A-FF70-46EB-B0E4-7EC04A333E34}" dt="2026-09-26T05:52:27.885" v="381" actId="27636"/>
        <pc:sldMkLst>
          <pc:docMk/>
          <pc:sldMk cId="92545652" sldId="268"/>
        </pc:sldMkLst>
        <pc:spChg chg="mod">
          <ac:chgData name="Selva s" userId="6e4e7a5e557a64ca" providerId="LiveId" clId="{885EF52A-FF70-46EB-B0E4-7EC04A333E34}" dt="2026-09-26T05:52:12.029" v="372" actId="1037"/>
          <ac:spMkLst>
            <pc:docMk/>
            <pc:sldMk cId="92545652" sldId="268"/>
            <ac:spMk id="2" creationId="{CC7481D5-4530-DC7F-5AB2-82569D1EB92E}"/>
          </ac:spMkLst>
        </pc:spChg>
        <pc:spChg chg="mod">
          <ac:chgData name="Selva s" userId="6e4e7a5e557a64ca" providerId="LiveId" clId="{885EF52A-FF70-46EB-B0E4-7EC04A333E34}" dt="2026-09-26T05:52:27.885" v="381" actId="27636"/>
          <ac:spMkLst>
            <pc:docMk/>
            <pc:sldMk cId="92545652" sldId="268"/>
            <ac:spMk id="3" creationId="{835F61EA-66AC-80BA-BACD-9EC4EAD82D56}"/>
          </ac:spMkLst>
        </pc:spChg>
      </pc:sldChg>
      <pc:sldChg chg="modSp mod">
        <pc:chgData name="Selva s" userId="6e4e7a5e557a64ca" providerId="LiveId" clId="{885EF52A-FF70-46EB-B0E4-7EC04A333E34}" dt="2026-09-26T05:48:27.132" v="176" actId="1038"/>
        <pc:sldMkLst>
          <pc:docMk/>
          <pc:sldMk cId="433186031" sldId="270"/>
        </pc:sldMkLst>
        <pc:spChg chg="mod">
          <ac:chgData name="Selva s" userId="6e4e7a5e557a64ca" providerId="LiveId" clId="{885EF52A-FF70-46EB-B0E4-7EC04A333E34}" dt="2026-09-26T05:48:27.132" v="176" actId="1038"/>
          <ac:spMkLst>
            <pc:docMk/>
            <pc:sldMk cId="433186031" sldId="270"/>
            <ac:spMk id="2" creationId="{51781C87-B418-078B-D227-9254A8DA89D8}"/>
          </ac:spMkLst>
        </pc:spChg>
      </pc:sldChg>
      <pc:sldChg chg="modSp mod">
        <pc:chgData name="Selva s" userId="6e4e7a5e557a64ca" providerId="LiveId" clId="{885EF52A-FF70-46EB-B0E4-7EC04A333E34}" dt="2026-09-26T05:48:52.504" v="192" actId="1037"/>
        <pc:sldMkLst>
          <pc:docMk/>
          <pc:sldMk cId="230392638" sldId="271"/>
        </pc:sldMkLst>
        <pc:spChg chg="mod">
          <ac:chgData name="Selva s" userId="6e4e7a5e557a64ca" providerId="LiveId" clId="{885EF52A-FF70-46EB-B0E4-7EC04A333E34}" dt="2026-09-26T05:48:46.916" v="189" actId="1037"/>
          <ac:spMkLst>
            <pc:docMk/>
            <pc:sldMk cId="230392638" sldId="271"/>
            <ac:spMk id="2" creationId="{C8E6D23E-596C-C0AC-D093-9FFD97FB8304}"/>
          </ac:spMkLst>
        </pc:spChg>
        <pc:spChg chg="mod">
          <ac:chgData name="Selva s" userId="6e4e7a5e557a64ca" providerId="LiveId" clId="{885EF52A-FF70-46EB-B0E4-7EC04A333E34}" dt="2026-09-26T05:48:52.504" v="192" actId="1037"/>
          <ac:spMkLst>
            <pc:docMk/>
            <pc:sldMk cId="230392638" sldId="271"/>
            <ac:spMk id="3" creationId="{F25A398E-05CE-F8C4-CEA5-3B805428FF71}"/>
          </ac:spMkLst>
        </pc:spChg>
      </pc:sldChg>
      <pc:sldChg chg="modSp mod">
        <pc:chgData name="Selva s" userId="6e4e7a5e557a64ca" providerId="LiveId" clId="{885EF52A-FF70-46EB-B0E4-7EC04A333E34}" dt="2026-09-26T05:50:17.677" v="262" actId="20577"/>
        <pc:sldMkLst>
          <pc:docMk/>
          <pc:sldMk cId="2210974950" sldId="272"/>
        </pc:sldMkLst>
        <pc:spChg chg="mod">
          <ac:chgData name="Selva s" userId="6e4e7a5e557a64ca" providerId="LiveId" clId="{885EF52A-FF70-46EB-B0E4-7EC04A333E34}" dt="2026-09-26T05:50:17.677" v="262" actId="20577"/>
          <ac:spMkLst>
            <pc:docMk/>
            <pc:sldMk cId="2210974950" sldId="272"/>
            <ac:spMk id="3" creationId="{B68A0DAB-4D6D-80B3-3568-D9C575E8F36B}"/>
          </ac:spMkLst>
        </pc:spChg>
      </pc:sldChg>
      <pc:sldChg chg="modSp mod">
        <pc:chgData name="Selva s" userId="6e4e7a5e557a64ca" providerId="LiveId" clId="{885EF52A-FF70-46EB-B0E4-7EC04A333E34}" dt="2026-09-26T05:50:44.249" v="296" actId="1036"/>
        <pc:sldMkLst>
          <pc:docMk/>
          <pc:sldMk cId="1542100456" sldId="273"/>
        </pc:sldMkLst>
        <pc:spChg chg="mod">
          <ac:chgData name="Selva s" userId="6e4e7a5e557a64ca" providerId="LiveId" clId="{885EF52A-FF70-46EB-B0E4-7EC04A333E34}" dt="2026-09-26T05:50:41.602" v="290" actId="1036"/>
          <ac:spMkLst>
            <pc:docMk/>
            <pc:sldMk cId="1542100456" sldId="273"/>
            <ac:spMk id="2" creationId="{F319AE1C-458E-6EBA-8AFD-755EBB49A9A2}"/>
          </ac:spMkLst>
        </pc:spChg>
        <pc:spChg chg="mod">
          <ac:chgData name="Selva s" userId="6e4e7a5e557a64ca" providerId="LiveId" clId="{885EF52A-FF70-46EB-B0E4-7EC04A333E34}" dt="2026-09-26T05:50:44.249" v="296" actId="1036"/>
          <ac:spMkLst>
            <pc:docMk/>
            <pc:sldMk cId="1542100456" sldId="273"/>
            <ac:spMk id="3" creationId="{19CE0DBA-0F52-84CF-324D-2568350FFEE3}"/>
          </ac:spMkLst>
        </pc:spChg>
      </pc:sldChg>
      <pc:sldChg chg="modSp mod">
        <pc:chgData name="Selva s" userId="6e4e7a5e557a64ca" providerId="LiveId" clId="{885EF52A-FF70-46EB-B0E4-7EC04A333E34}" dt="2026-09-26T05:51:07.209" v="316" actId="14100"/>
        <pc:sldMkLst>
          <pc:docMk/>
          <pc:sldMk cId="1192556884" sldId="274"/>
        </pc:sldMkLst>
        <pc:spChg chg="mod">
          <ac:chgData name="Selva s" userId="6e4e7a5e557a64ca" providerId="LiveId" clId="{885EF52A-FF70-46EB-B0E4-7EC04A333E34}" dt="2026-09-26T05:51:07.209" v="316" actId="14100"/>
          <ac:spMkLst>
            <pc:docMk/>
            <pc:sldMk cId="1192556884" sldId="274"/>
            <ac:spMk id="2" creationId="{37689673-2292-CE0A-E100-17C73397620B}"/>
          </ac:spMkLst>
        </pc:spChg>
      </pc:sldChg>
      <pc:sldChg chg="modSp mod">
        <pc:chgData name="Selva s" userId="6e4e7a5e557a64ca" providerId="LiveId" clId="{885EF52A-FF70-46EB-B0E4-7EC04A333E34}" dt="2026-09-26T05:47:24.042" v="119" actId="1037"/>
        <pc:sldMkLst>
          <pc:docMk/>
          <pc:sldMk cId="210973334" sldId="275"/>
        </pc:sldMkLst>
        <pc:spChg chg="mod">
          <ac:chgData name="Selva s" userId="6e4e7a5e557a64ca" providerId="LiveId" clId="{885EF52A-FF70-46EB-B0E4-7EC04A333E34}" dt="2026-09-26T05:47:24.042" v="119" actId="1037"/>
          <ac:spMkLst>
            <pc:docMk/>
            <pc:sldMk cId="210973334" sldId="275"/>
            <ac:spMk id="2" creationId="{01009D0E-9E47-8800-A93C-5B35D5D80AE4}"/>
          </ac:spMkLst>
        </pc:spChg>
        <pc:spChg chg="mod">
          <ac:chgData name="Selva s" userId="6e4e7a5e557a64ca" providerId="LiveId" clId="{885EF52A-FF70-46EB-B0E4-7EC04A333E34}" dt="2026-09-26T05:47:17.490" v="113" actId="1035"/>
          <ac:spMkLst>
            <pc:docMk/>
            <pc:sldMk cId="210973334" sldId="275"/>
            <ac:spMk id="3" creationId="{4ABA13D5-EFAF-9719-BDC3-7A8C640E0C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6D6A6-AA86-4F20-9174-651EFB25A36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8797B-B841-489B-9FE5-7027DE140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5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8797B-B841-489B-9FE5-7027DE140C0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21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E1D7-B0F5-DBC8-2704-061210E3B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192" y="2580460"/>
            <a:ext cx="10213848" cy="18250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CABWISE</a:t>
            </a:r>
            <a:br>
              <a:rPr lang="en-IN" dirty="0"/>
            </a:br>
            <a:r>
              <a:rPr lang="en-IN" b="1" dirty="0"/>
              <a:t>AI-Powered Fleet Downtime Prevention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C5B08-B87B-3F7D-6A85-37449CB79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2768" y="3659633"/>
            <a:ext cx="9448800" cy="685800"/>
          </a:xfrm>
        </p:spPr>
        <p:txBody>
          <a:bodyPr/>
          <a:lstStyle/>
          <a:p>
            <a:r>
              <a:rPr lang="en-IN" dirty="0"/>
              <a:t>Prevent vehicle downtime before it affects fleet operations.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F26D3-F1E1-3E3C-CE01-D0FA16BFED89}"/>
              </a:ext>
            </a:extLst>
          </p:cNvPr>
          <p:cNvSpPr txBox="1"/>
          <p:nvPr/>
        </p:nvSpPr>
        <p:spPr>
          <a:xfrm>
            <a:off x="1554480" y="4050792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Presented by:</a:t>
            </a:r>
            <a:r>
              <a:rPr lang="en-IN" dirty="0"/>
              <a:t> </a:t>
            </a:r>
            <a:r>
              <a:rPr lang="en-IN" dirty="0" err="1"/>
              <a:t>Ponselvam</a:t>
            </a:r>
            <a:r>
              <a:rPr lang="en-IN" dirty="0"/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223299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A8D8-D49B-22C2-BB60-ED3DA216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1532469"/>
            <a:ext cx="4849368" cy="4883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E84D-C5AA-FAA8-D9A5-6AFB3BF69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2103120"/>
            <a:ext cx="10820400" cy="46908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Frontend</a:t>
            </a:r>
          </a:p>
          <a:p>
            <a:pPr lvl="0"/>
            <a:r>
              <a:rPr lang="en-IN" dirty="0"/>
              <a:t>React </a:t>
            </a:r>
          </a:p>
          <a:p>
            <a:pPr lvl="0"/>
            <a:r>
              <a:rPr lang="en-IN" dirty="0"/>
              <a:t>JavaScript </a:t>
            </a:r>
          </a:p>
          <a:p>
            <a:pPr lvl="0"/>
            <a:r>
              <a:rPr lang="en-IN" dirty="0"/>
              <a:t>HTML </a:t>
            </a:r>
          </a:p>
          <a:p>
            <a:pPr lvl="0"/>
            <a:r>
              <a:rPr lang="en-IN" dirty="0"/>
              <a:t>CSS / Tailwind </a:t>
            </a:r>
          </a:p>
          <a:p>
            <a:pPr lvl="0"/>
            <a:r>
              <a:rPr lang="en-IN" dirty="0"/>
              <a:t>React Router </a:t>
            </a:r>
          </a:p>
          <a:p>
            <a:pPr lvl="0"/>
            <a:r>
              <a:rPr lang="en-IN" dirty="0"/>
              <a:t>Context API </a:t>
            </a:r>
          </a:p>
          <a:p>
            <a:pPr marL="0" indent="0">
              <a:buNone/>
            </a:pPr>
            <a:r>
              <a:rPr lang="en-IN" b="1" dirty="0"/>
              <a:t>Backend</a:t>
            </a:r>
          </a:p>
          <a:p>
            <a:pPr lvl="0"/>
            <a:r>
              <a:rPr lang="en-IN" dirty="0"/>
              <a:t>Node.js </a:t>
            </a:r>
          </a:p>
          <a:p>
            <a:pPr lvl="0"/>
            <a:r>
              <a:rPr lang="en-IN" dirty="0"/>
              <a:t>Express.js </a:t>
            </a:r>
          </a:p>
          <a:p>
            <a:pPr lvl="0"/>
            <a:r>
              <a:rPr lang="en-IN" dirty="0"/>
              <a:t>REST API </a:t>
            </a:r>
          </a:p>
          <a:p>
            <a:pPr marL="0" indent="0">
              <a:buNone/>
            </a:pPr>
            <a:r>
              <a:rPr lang="en-IN" b="1" dirty="0"/>
              <a:t>Database</a:t>
            </a:r>
          </a:p>
          <a:p>
            <a:pPr lvl="0"/>
            <a:r>
              <a:rPr lang="en-IN" dirty="0"/>
              <a:t>MySQL </a:t>
            </a:r>
          </a:p>
          <a:p>
            <a:pPr marL="0" indent="0">
              <a:buNone/>
            </a:pPr>
            <a:r>
              <a:rPr lang="en-IN" b="1" dirty="0"/>
              <a:t>AI</a:t>
            </a:r>
          </a:p>
          <a:p>
            <a:pPr lvl="0"/>
            <a:r>
              <a:rPr lang="en-IN" dirty="0"/>
              <a:t>AI API </a:t>
            </a:r>
          </a:p>
          <a:p>
            <a:pPr lvl="0"/>
            <a:r>
              <a:rPr lang="en-IN" dirty="0"/>
              <a:t>Natural-language classification </a:t>
            </a:r>
          </a:p>
          <a:p>
            <a:pPr lvl="0"/>
            <a:r>
              <a:rPr lang="en-IN" dirty="0"/>
              <a:t>Fleet insights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04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F8B4-023A-BA3C-1FC4-5CB5668A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68462"/>
            <a:ext cx="5212080" cy="726099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D078-59ED-1728-C148-E0F20298D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33832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The Problem</a:t>
            </a:r>
          </a:p>
          <a:p>
            <a:r>
              <a:rPr lang="en-IN" dirty="0"/>
              <a:t>Fleet operators often manage:</a:t>
            </a:r>
          </a:p>
          <a:p>
            <a:pPr lvl="0"/>
            <a:r>
              <a:rPr lang="en-IN" dirty="0"/>
              <a:t>Vehicle service schedules </a:t>
            </a:r>
          </a:p>
          <a:p>
            <a:pPr lvl="0"/>
            <a:r>
              <a:rPr lang="en-IN" dirty="0"/>
              <a:t>Odometer readings </a:t>
            </a:r>
          </a:p>
          <a:p>
            <a:pPr lvl="0"/>
            <a:r>
              <a:rPr lang="en-IN" dirty="0"/>
              <a:t>Driver-reported issues </a:t>
            </a:r>
          </a:p>
          <a:p>
            <a:pPr lvl="0"/>
            <a:r>
              <a:rPr lang="en-IN" dirty="0"/>
              <a:t>Maintenance history </a:t>
            </a:r>
          </a:p>
          <a:p>
            <a:pPr lvl="0"/>
            <a:r>
              <a:rPr lang="en-IN" dirty="0"/>
              <a:t>Trip assignments </a:t>
            </a:r>
          </a:p>
          <a:p>
            <a:r>
              <a:rPr lang="en-IN" dirty="0"/>
              <a:t>But these inputs are often </a:t>
            </a:r>
            <a:r>
              <a:rPr lang="en-IN" b="1" dirty="0" err="1"/>
              <a:t>fragmente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51971-1BE0-DFE5-E721-800C61DD2907}"/>
              </a:ext>
            </a:extLst>
          </p:cNvPr>
          <p:cNvSpPr txBox="1"/>
          <p:nvPr/>
        </p:nvSpPr>
        <p:spPr>
          <a:xfrm>
            <a:off x="694944" y="5330952"/>
            <a:ext cx="8942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Core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 issues are often identified after they become operational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23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D703-44C0-FA42-AEF8-2B12CB52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23909"/>
            <a:ext cx="3267456" cy="4883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4A76-B869-9C57-F1BB-25302109D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58569"/>
            <a:ext cx="10820400" cy="33467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Who is CABWISE for?</a:t>
            </a:r>
          </a:p>
          <a:p>
            <a:pPr marL="0" indent="0">
              <a:buNone/>
            </a:pPr>
            <a:r>
              <a:rPr lang="en-IN" b="1" dirty="0"/>
              <a:t>Primary Client</a:t>
            </a:r>
            <a:endParaRPr lang="en-IN" dirty="0"/>
          </a:p>
          <a:p>
            <a:r>
              <a:rPr lang="en-IN" dirty="0"/>
              <a:t>🚕 Small &amp; Medium Cab Fleet Operators</a:t>
            </a:r>
          </a:p>
          <a:p>
            <a:pPr marL="0" indent="0">
              <a:buNone/>
            </a:pPr>
            <a:r>
              <a:rPr lang="en-IN" b="1" dirty="0"/>
              <a:t>Users</a:t>
            </a:r>
            <a:endParaRPr lang="en-IN" dirty="0"/>
          </a:p>
          <a:p>
            <a:pPr lvl="0"/>
            <a:r>
              <a:rPr lang="en-IN" dirty="0"/>
              <a:t>Fleet Owner </a:t>
            </a:r>
          </a:p>
          <a:p>
            <a:pPr lvl="0"/>
            <a:r>
              <a:rPr lang="en-IN" dirty="0"/>
              <a:t>Fleet Manager </a:t>
            </a:r>
          </a:p>
          <a:p>
            <a:pPr lvl="0"/>
            <a:r>
              <a:rPr lang="en-IN" dirty="0"/>
              <a:t>Driver </a:t>
            </a:r>
          </a:p>
          <a:p>
            <a:pPr lvl="0"/>
            <a:r>
              <a:rPr lang="en-IN" dirty="0"/>
              <a:t>Maintenance / Workshop Staff </a:t>
            </a:r>
          </a:p>
          <a:p>
            <a:pPr marL="0" indent="0">
              <a:buNone/>
            </a:pPr>
            <a:r>
              <a:rPr lang="en-IN" b="1" dirty="0"/>
              <a:t>Not a passenger booking application.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87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7F09-97A1-036D-9C5D-FE78418D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" y="1596477"/>
            <a:ext cx="5410200" cy="6255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Existing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F16DB-C42C-4569-8B45-BE3508CDF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249424"/>
            <a:ext cx="512064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Current Fleet Workflow</a:t>
            </a:r>
          </a:p>
          <a:p>
            <a:r>
              <a:rPr lang="en-IN" dirty="0"/>
              <a:t>Driver notices issue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Reports to manager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Manager checks records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Vehicle inspection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25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6980-CE02-57D5-7026-AEDF0573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623909"/>
            <a:ext cx="4821936" cy="56150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152A0-B186-B75A-526B-BD7E7382B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CABWISE</a:t>
            </a:r>
          </a:p>
          <a:p>
            <a:r>
              <a:rPr lang="en-IN" dirty="0"/>
              <a:t>A centralized system that combines:</a:t>
            </a:r>
          </a:p>
          <a:p>
            <a:pPr marL="0" indent="0">
              <a:buNone/>
            </a:pPr>
            <a:r>
              <a:rPr lang="en-IN" b="1" dirty="0"/>
              <a:t>Vehicle Data + Maintenance History + Driver Reports + Trip Usage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Risk Analysis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Action Recommendation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b="1" dirty="0"/>
              <a:t>Maintenance Resolution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Goal</a:t>
            </a:r>
          </a:p>
          <a:p>
            <a:r>
              <a:rPr lang="en-IN" b="1" dirty="0"/>
              <a:t>Detect → Explain → Act → Resolve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66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FD38-2494-75D5-5754-1F94DD09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532469"/>
            <a:ext cx="4474464" cy="59808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Core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5751-B1D8-6A78-840F-36835CCF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From Maintenance Tracking to Downtime Prevention</a:t>
            </a:r>
          </a:p>
          <a:p>
            <a:r>
              <a:rPr lang="en-IN" dirty="0"/>
              <a:t>Traditional system:</a:t>
            </a:r>
          </a:p>
          <a:p>
            <a:r>
              <a:rPr lang="en-IN" dirty="0"/>
              <a:t>"Your vehicle service is due."</a:t>
            </a:r>
          </a:p>
          <a:p>
            <a:pPr marL="0" indent="0">
              <a:buNone/>
            </a:pPr>
            <a:r>
              <a:rPr lang="en-IN" b="1" dirty="0"/>
              <a:t>CABWISE:</a:t>
            </a:r>
          </a:p>
          <a:p>
            <a:r>
              <a:rPr lang="en-IN" dirty="0"/>
              <a:t>"This vehicle requires attention because its service interval is approaching and a recent driver report indicates a brake-related concern. Consider inspection before assigning a long-distance trip."</a:t>
            </a:r>
          </a:p>
          <a:p>
            <a:pPr marL="0" indent="0">
              <a:buNone/>
            </a:pPr>
            <a:r>
              <a:rPr lang="en-IN" b="1" dirty="0"/>
              <a:t>The system doesn't diagnose the vehicle.</a:t>
            </a:r>
            <a:endParaRPr lang="en-IN" dirty="0"/>
          </a:p>
          <a:p>
            <a:r>
              <a:rPr lang="en-IN" dirty="0"/>
              <a:t>It supports the operator's decision.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66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1EF6-4D22-D2DE-26A0-EFA5DEAB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495893"/>
            <a:ext cx="4501896" cy="50664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B562-04EE-5259-8665-E20AB764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203704"/>
            <a:ext cx="8348472" cy="4343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Vehicle Data + Maintenance History+ Driver Report + Trip Usage</a:t>
            </a:r>
          </a:p>
          <a:p>
            <a:pPr marL="0" indent="0">
              <a:buNone/>
            </a:pPr>
            <a:r>
              <a:rPr lang="en-IN" sz="1800" dirty="0"/>
              <a:t> ↓ </a:t>
            </a:r>
          </a:p>
          <a:p>
            <a:pPr marL="0" indent="0">
              <a:buNone/>
            </a:pPr>
            <a:r>
              <a:rPr lang="en-IN" sz="1800" dirty="0"/>
              <a:t>Risk Analysis</a:t>
            </a:r>
          </a:p>
          <a:p>
            <a:pPr marL="0" indent="0">
              <a:buNone/>
            </a:pPr>
            <a:r>
              <a:rPr lang="en-IN" sz="1800" dirty="0"/>
              <a:t> ↓ </a:t>
            </a:r>
          </a:p>
          <a:p>
            <a:pPr marL="0" indent="0">
              <a:buNone/>
            </a:pPr>
            <a:r>
              <a:rPr lang="en-IN" sz="1800" dirty="0"/>
              <a:t>Attention Level</a:t>
            </a:r>
          </a:p>
          <a:p>
            <a:pPr marL="0" indent="0">
              <a:buNone/>
            </a:pPr>
            <a:r>
              <a:rPr lang="en-IN" sz="1800" dirty="0"/>
              <a:t> ↓ </a:t>
            </a:r>
          </a:p>
          <a:p>
            <a:pPr marL="0" indent="0">
              <a:buNone/>
            </a:pPr>
            <a:r>
              <a:rPr lang="en-IN" sz="1800" dirty="0"/>
              <a:t>Recommended Action</a:t>
            </a:r>
          </a:p>
          <a:p>
            <a:pPr marL="0" indent="0">
              <a:buNone/>
            </a:pPr>
            <a:r>
              <a:rPr lang="en-IN" sz="1800" dirty="0"/>
              <a:t> ↓ </a:t>
            </a:r>
          </a:p>
          <a:p>
            <a:pPr marL="0" indent="0">
              <a:buNone/>
            </a:pPr>
            <a:r>
              <a:rPr lang="en-IN" sz="1800" dirty="0"/>
              <a:t>Maintenance Task</a:t>
            </a:r>
          </a:p>
          <a:p>
            <a:pPr marL="0" indent="0">
              <a:buNone/>
            </a:pPr>
            <a:r>
              <a:rPr lang="en-IN" sz="1800" dirty="0"/>
              <a:t> ↓ </a:t>
            </a:r>
          </a:p>
          <a:p>
            <a:pPr marL="0" indent="0">
              <a:buNone/>
            </a:pPr>
            <a:r>
              <a:rPr lang="en-IN" sz="1800" dirty="0"/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39382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9D0E-9E47-8800-A93C-5B35D5D8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" y="1495893"/>
            <a:ext cx="4401312" cy="65294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13D5-EFAF-9719-BDC3-7A8C640E0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2130553"/>
            <a:ext cx="10820400" cy="310896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CABWISE aims to help operators:</a:t>
            </a:r>
          </a:p>
          <a:p>
            <a:pPr lvl="0"/>
            <a:r>
              <a:rPr lang="en-IN" dirty="0"/>
              <a:t>Identify vehicles requiring attention earlier </a:t>
            </a:r>
          </a:p>
          <a:p>
            <a:pPr lvl="0"/>
            <a:r>
              <a:rPr lang="en-IN" dirty="0"/>
              <a:t>Reduce avoidable downtime </a:t>
            </a:r>
          </a:p>
          <a:p>
            <a:pPr lvl="0"/>
            <a:r>
              <a:rPr lang="en-IN" dirty="0"/>
              <a:t>Organize maintenance </a:t>
            </a:r>
          </a:p>
          <a:p>
            <a:pPr lvl="0"/>
            <a:r>
              <a:rPr lang="en-IN" dirty="0"/>
              <a:t>Convert driver feedback into structured records </a:t>
            </a:r>
          </a:p>
          <a:p>
            <a:pPr lvl="0"/>
            <a:r>
              <a:rPr lang="en-IN" dirty="0"/>
              <a:t>Make better vehicle assignment decisions </a:t>
            </a:r>
          </a:p>
          <a:p>
            <a:pPr lvl="0"/>
            <a:r>
              <a:rPr lang="en-IN" dirty="0"/>
              <a:t>Maintain a complete vehicle history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7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250A-8C82-DEFC-5840-A13E2CA6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642197"/>
            <a:ext cx="5955792" cy="4609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Vehicle Health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E9A0-BA05-0827-0625-EE39EAEE3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13432"/>
            <a:ext cx="10820400" cy="4024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Vehicle Intelligence</a:t>
            </a:r>
          </a:p>
          <a:p>
            <a:pPr marL="0" indent="0">
              <a:buNone/>
            </a:pPr>
            <a:r>
              <a:rPr lang="en-IN" b="1" dirty="0"/>
              <a:t>Stores:</a:t>
            </a:r>
          </a:p>
          <a:p>
            <a:pPr lvl="0"/>
            <a:r>
              <a:rPr lang="en-IN" dirty="0"/>
              <a:t>Odometer </a:t>
            </a:r>
          </a:p>
          <a:p>
            <a:pPr lvl="0"/>
            <a:r>
              <a:rPr lang="en-IN" dirty="0"/>
              <a:t>Service interval </a:t>
            </a:r>
          </a:p>
          <a:p>
            <a:pPr lvl="0"/>
            <a:r>
              <a:rPr lang="en-IN" dirty="0"/>
              <a:t>Service history </a:t>
            </a:r>
          </a:p>
          <a:p>
            <a:pPr lvl="0"/>
            <a:r>
              <a:rPr lang="en-IN" dirty="0"/>
              <a:t>Maintenance records </a:t>
            </a:r>
          </a:p>
          <a:p>
            <a:pPr lvl="0"/>
            <a:r>
              <a:rPr lang="en-IN" dirty="0"/>
              <a:t>Previous issues </a:t>
            </a:r>
          </a:p>
          <a:p>
            <a:pPr lvl="0"/>
            <a:r>
              <a:rPr lang="en-IN" dirty="0"/>
              <a:t>Vehicle usage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  Current KM       52,430</a:t>
            </a:r>
          </a:p>
          <a:p>
            <a:pPr marL="0" indent="0">
              <a:buNone/>
            </a:pPr>
            <a:r>
              <a:rPr lang="en-IN" dirty="0"/>
              <a:t>  Next Service     53,000</a:t>
            </a:r>
          </a:p>
          <a:p>
            <a:pPr marL="0" indent="0">
              <a:buNone/>
            </a:pPr>
            <a:r>
              <a:rPr lang="en-IN" dirty="0"/>
              <a:t>  Remaining           570 KM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32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3240-4943-DBF5-437F-1EF5A6DF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623909"/>
            <a:ext cx="6385560" cy="49749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AI Driver Issue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22EF-8F10-BC0F-E270-32EE9BEAE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Natural Language → Structured Issue</a:t>
            </a:r>
          </a:p>
          <a:p>
            <a:r>
              <a:rPr lang="en-IN" dirty="0"/>
              <a:t>Driver enters:</a:t>
            </a:r>
          </a:p>
          <a:p>
            <a:r>
              <a:rPr lang="en-IN" dirty="0"/>
              <a:t>"Brake pedal feels softer than usual."</a:t>
            </a:r>
          </a:p>
          <a:p>
            <a:r>
              <a:rPr lang="en-IN" dirty="0"/>
              <a:t>AI converts it into:</a:t>
            </a:r>
          </a:p>
          <a:p>
            <a:r>
              <a:rPr lang="en-IN" dirty="0"/>
              <a:t>Category: Brake-related</a:t>
            </a:r>
          </a:p>
          <a:p>
            <a:r>
              <a:rPr lang="en-IN" dirty="0"/>
              <a:t>Priority: High Attention</a:t>
            </a:r>
          </a:p>
          <a:p>
            <a:r>
              <a:rPr lang="en-IN" dirty="0"/>
              <a:t>Action: Vehicle Inspection</a:t>
            </a:r>
          </a:p>
          <a:p>
            <a:pPr marL="0" indent="0">
              <a:buNone/>
            </a:pPr>
            <a:r>
              <a:rPr lang="en-IN" b="1" dirty="0"/>
              <a:t>Purpose</a:t>
            </a:r>
          </a:p>
          <a:p>
            <a:r>
              <a:rPr lang="en-IN" b="1" dirty="0"/>
              <a:t>Turn unstructured driver feedback into usable fleet data.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592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073C-92E3-C8D9-6969-805EB312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1569045"/>
            <a:ext cx="6001512" cy="5249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Risk &amp; Attention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6EC6-AF16-F446-39E1-CF3F71A8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Vehicle Attention Level</a:t>
            </a:r>
          </a:p>
          <a:p>
            <a:r>
              <a:rPr lang="en-IN" dirty="0"/>
              <a:t>The system considers:</a:t>
            </a:r>
          </a:p>
          <a:p>
            <a:pPr lvl="0"/>
            <a:r>
              <a:rPr lang="en-IN" dirty="0"/>
              <a:t>Service proximity </a:t>
            </a:r>
          </a:p>
          <a:p>
            <a:pPr lvl="0"/>
            <a:r>
              <a:rPr lang="en-IN" dirty="0"/>
              <a:t>Reported issues </a:t>
            </a:r>
          </a:p>
          <a:p>
            <a:pPr lvl="0"/>
            <a:r>
              <a:rPr lang="en-IN" dirty="0"/>
              <a:t>Maintenance history </a:t>
            </a:r>
          </a:p>
          <a:p>
            <a:pPr lvl="0"/>
            <a:r>
              <a:rPr lang="en-IN" dirty="0"/>
              <a:t>Vehicle usage </a:t>
            </a:r>
          </a:p>
          <a:p>
            <a:pPr lvl="0"/>
            <a:r>
              <a:rPr lang="en-IN" dirty="0"/>
              <a:t>Trip distance </a:t>
            </a:r>
          </a:p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0" indent="0">
              <a:buNone/>
            </a:pPr>
            <a:r>
              <a:rPr lang="en-IN" dirty="0"/>
              <a:t>🟢 </a:t>
            </a:r>
            <a:r>
              <a:rPr lang="en-IN" b="1" dirty="0"/>
              <a:t>Normal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🟡 </a:t>
            </a:r>
            <a:r>
              <a:rPr lang="en-IN" b="1" dirty="0"/>
              <a:t>Monitor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🟠 </a:t>
            </a:r>
            <a:r>
              <a:rPr lang="en-IN" b="1" dirty="0"/>
              <a:t>Attention Required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🔴 </a:t>
            </a:r>
            <a:r>
              <a:rPr lang="en-IN" b="1" dirty="0"/>
              <a:t>Inspection Recommended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804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1C87-B418-078B-D227-9254A8DA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587333"/>
            <a:ext cx="6976872" cy="4883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Long Trip Decision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1984-6022-B96C-C19F-D038F2E4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A vehicle has:</a:t>
            </a:r>
          </a:p>
          <a:p>
            <a:pPr lvl="0"/>
            <a:r>
              <a:rPr lang="en-IN" dirty="0"/>
              <a:t>Service approaching </a:t>
            </a:r>
          </a:p>
          <a:p>
            <a:pPr lvl="0"/>
            <a:r>
              <a:rPr lang="en-IN" dirty="0"/>
              <a:t>Recent driver-reported issue </a:t>
            </a:r>
          </a:p>
          <a:p>
            <a:pPr lvl="0"/>
            <a:r>
              <a:rPr lang="en-IN" dirty="0"/>
              <a:t>High recent usage </a:t>
            </a:r>
          </a:p>
          <a:p>
            <a:pPr marL="0" indent="0">
              <a:buNone/>
            </a:pPr>
            <a:r>
              <a:rPr lang="en-IN" dirty="0"/>
              <a:t>For a:</a:t>
            </a:r>
          </a:p>
          <a:p>
            <a:r>
              <a:rPr lang="en-IN" b="1" dirty="0"/>
              <a:t>10 km local trip</a:t>
            </a:r>
            <a:endParaRPr lang="en-IN" dirty="0"/>
          </a:p>
          <a:p>
            <a:r>
              <a:rPr lang="en-IN" dirty="0"/>
              <a:t>→ Monitor</a:t>
            </a:r>
          </a:p>
          <a:p>
            <a:pPr marL="0" indent="0">
              <a:buNone/>
            </a:pPr>
            <a:r>
              <a:rPr lang="en-IN" dirty="0"/>
              <a:t>For a:</a:t>
            </a:r>
          </a:p>
          <a:p>
            <a:r>
              <a:rPr lang="en-IN" b="1" dirty="0"/>
              <a:t>450 km outstation trip</a:t>
            </a:r>
            <a:endParaRPr lang="en-IN" dirty="0"/>
          </a:p>
          <a:p>
            <a:r>
              <a:rPr lang="en-IN" dirty="0"/>
              <a:t>→ Recommend inspection before assignment</a:t>
            </a:r>
          </a:p>
          <a:p>
            <a:pPr marL="0" indent="0">
              <a:buNone/>
            </a:pPr>
            <a:r>
              <a:rPr lang="en-IN" b="1" dirty="0"/>
              <a:t>Purpose</a:t>
            </a:r>
          </a:p>
          <a:p>
            <a:r>
              <a:rPr lang="en-IN" b="1" dirty="0"/>
              <a:t>Support safer vehicle assignment decisions.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186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D23E-596C-C0AC-D093-9FFD97FB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1532469"/>
            <a:ext cx="3971544" cy="50664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Action </a:t>
            </a:r>
            <a:r>
              <a:rPr lang="en-IN" b="1" dirty="0" err="1"/>
              <a:t>Center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398E-05CE-F8C4-CEA5-3B805428F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075688"/>
            <a:ext cx="10820400" cy="47823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Detection is not enough.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CABWISE creates an operational workflow:</a:t>
            </a:r>
          </a:p>
          <a:p>
            <a:pPr marL="0" indent="0">
              <a:buNone/>
            </a:pPr>
            <a:r>
              <a:rPr lang="en-IN" dirty="0"/>
              <a:t>Issue Detected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Maintenance Task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Workshop Assignment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Repair / Service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Verification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Vehicle Available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This closes the loop.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39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701B-CD3C-0D29-172E-BF19A4E5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1523325"/>
            <a:ext cx="4639056" cy="57065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Fleet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A0DAB-4D6D-80B3-3568-D9C575E8F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Show a </a:t>
            </a:r>
            <a:r>
              <a:rPr lang="en-IN" b="1" dirty="0"/>
              <a:t>real dashboard </a:t>
            </a:r>
            <a:r>
              <a:rPr lang="en-IN" b="1" dirty="0" err="1"/>
              <a:t>mockup</a:t>
            </a:r>
            <a:r>
              <a:rPr lang="en-IN" dirty="0"/>
              <a:t>, not paragraphs.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TOTAL VEHICLES  30</a:t>
            </a:r>
          </a:p>
          <a:p>
            <a:endParaRPr lang="en-IN" dirty="0"/>
          </a:p>
          <a:p>
            <a:r>
              <a:rPr lang="en-IN" dirty="0"/>
              <a:t>AVAILABLE    18</a:t>
            </a:r>
          </a:p>
          <a:p>
            <a:r>
              <a:rPr lang="en-IN" dirty="0"/>
              <a:t>ON TRIP           7</a:t>
            </a:r>
          </a:p>
          <a:p>
            <a:r>
              <a:rPr lang="en-IN" dirty="0"/>
              <a:t>ATTENTION      3</a:t>
            </a:r>
          </a:p>
          <a:p>
            <a:r>
              <a:rPr lang="en-IN" dirty="0"/>
              <a:t>SERVICE DUE  2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Vehicles Requiring Attention</a:t>
            </a:r>
          </a:p>
          <a:p>
            <a:endParaRPr lang="en-IN" dirty="0"/>
          </a:p>
          <a:p>
            <a:r>
              <a:rPr lang="en-IN" dirty="0"/>
              <a:t>TN57 AB 1234  🔴</a:t>
            </a:r>
          </a:p>
          <a:p>
            <a:r>
              <a:rPr lang="en-IN" dirty="0"/>
              <a:t>TN58 CD 4521 🟠</a:t>
            </a:r>
          </a:p>
          <a:p>
            <a:r>
              <a:rPr lang="en-IN" dirty="0"/>
              <a:t>TN59 EF 8832   🟡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97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AE1C-458E-6EBA-8AFD-755EBB49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697061"/>
            <a:ext cx="4410456" cy="61637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AI Fleet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E0DBA-0F52-84CF-324D-2568350F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40865"/>
            <a:ext cx="10820400" cy="298094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Fleet Manager can ask:</a:t>
            </a:r>
          </a:p>
          <a:p>
            <a:r>
              <a:rPr lang="en-IN" dirty="0"/>
              <a:t>"Which vehicles need attention?"</a:t>
            </a:r>
          </a:p>
          <a:p>
            <a:r>
              <a:rPr lang="en-IN" dirty="0"/>
              <a:t>"Why is TN57 AB 1234 flagged?"</a:t>
            </a:r>
          </a:p>
          <a:p>
            <a:r>
              <a:rPr lang="en-IN" dirty="0"/>
              <a:t>"Which vehicles have repeated issues?"</a:t>
            </a:r>
          </a:p>
          <a:p>
            <a:r>
              <a:rPr lang="en-IN" dirty="0"/>
              <a:t>"Which vehicles need service soon?"</a:t>
            </a:r>
          </a:p>
          <a:p>
            <a:r>
              <a:rPr lang="en-IN" dirty="0"/>
              <a:t>"Which vehicles should be inspected before long trips?"</a:t>
            </a:r>
          </a:p>
          <a:p>
            <a:pPr marL="0" indent="0">
              <a:buNone/>
            </a:pPr>
            <a:r>
              <a:rPr lang="en-IN" dirty="0"/>
              <a:t>AI answers using </a:t>
            </a:r>
            <a:r>
              <a:rPr lang="en-IN" b="1" dirty="0"/>
              <a:t>the fleet's actual stored data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100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9673-2292-CE0A-E100-17C73397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50757"/>
            <a:ext cx="5151120" cy="4609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BA89-077C-952D-DAE6-97FACE47E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React Frontend</a:t>
            </a:r>
          </a:p>
          <a:p>
            <a:pPr marL="0" indent="0">
              <a:buNone/>
            </a:pPr>
            <a:r>
              <a:rPr lang="en-IN" dirty="0"/>
              <a:t> ↓ </a:t>
            </a:r>
          </a:p>
          <a:p>
            <a:pPr marL="0" indent="0">
              <a:buNone/>
            </a:pPr>
            <a:r>
              <a:rPr lang="en-IN" dirty="0"/>
              <a:t>REST API</a:t>
            </a:r>
          </a:p>
          <a:p>
            <a:pPr marL="0" indent="0">
              <a:buNone/>
            </a:pPr>
            <a:r>
              <a:rPr lang="en-IN" dirty="0"/>
              <a:t> ↓ </a:t>
            </a:r>
          </a:p>
          <a:p>
            <a:pPr marL="0" indent="0">
              <a:buNone/>
            </a:pPr>
            <a:r>
              <a:rPr lang="en-IN" dirty="0"/>
              <a:t>Node.js + Express</a:t>
            </a:r>
          </a:p>
          <a:p>
            <a:pPr marL="0" indent="0">
              <a:buNone/>
            </a:pPr>
            <a:r>
              <a:rPr lang="en-IN" dirty="0"/>
              <a:t> ↓ </a:t>
            </a:r>
          </a:p>
          <a:p>
            <a:pPr marL="0" indent="0">
              <a:buNone/>
            </a:pPr>
            <a:r>
              <a:rPr lang="en-IN" dirty="0"/>
              <a:t>MySQL Database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 AI Service</a:t>
            </a:r>
          </a:p>
          <a:p>
            <a:pPr marL="0" indent="0">
              <a:buNone/>
            </a:pPr>
            <a:r>
              <a:rPr lang="en-IN" dirty="0"/>
              <a:t> ↓ </a:t>
            </a:r>
          </a:p>
          <a:p>
            <a:pPr marL="0" indent="0">
              <a:buNone/>
            </a:pPr>
            <a:r>
              <a:rPr lang="en-IN" dirty="0"/>
              <a:t>Risk / Recommendation Engine</a:t>
            </a:r>
          </a:p>
        </p:txBody>
      </p:sp>
    </p:spTree>
    <p:extLst>
      <p:ext uri="{BB962C8B-B14F-4D97-AF65-F5344CB8AC3E}">
        <p14:creationId xmlns:p14="http://schemas.microsoft.com/office/powerpoint/2010/main" val="1192556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860E-CE48-BA0F-5FE4-0BB69F43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660485"/>
            <a:ext cx="3340608" cy="5340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19C2-04DB-B277-8574-EE27F86FD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86000"/>
            <a:ext cx="10820400" cy="4024125"/>
          </a:xfrm>
        </p:spPr>
        <p:txBody>
          <a:bodyPr/>
          <a:lstStyle/>
          <a:p>
            <a:pPr lvl="0"/>
            <a:r>
              <a:rPr lang="en-IN" dirty="0"/>
              <a:t>IoT / OBD vehicle data </a:t>
            </a:r>
          </a:p>
          <a:p>
            <a:pPr lvl="0"/>
            <a:r>
              <a:rPr lang="en-IN" dirty="0"/>
              <a:t>GPS integration </a:t>
            </a:r>
          </a:p>
          <a:p>
            <a:pPr lvl="0"/>
            <a:r>
              <a:rPr lang="en-IN" dirty="0"/>
              <a:t>Fuel analytics </a:t>
            </a:r>
          </a:p>
          <a:p>
            <a:pPr lvl="0"/>
            <a:r>
              <a:rPr lang="en-IN" dirty="0"/>
              <a:t>Predictive maintenance models </a:t>
            </a:r>
          </a:p>
          <a:p>
            <a:pPr lvl="0"/>
            <a:r>
              <a:rPr lang="en-IN" dirty="0"/>
              <a:t>Workshop integration </a:t>
            </a:r>
          </a:p>
          <a:p>
            <a:pPr lvl="0"/>
            <a:r>
              <a:rPr lang="en-IN" dirty="0"/>
              <a:t>Mobile driver application </a:t>
            </a:r>
          </a:p>
          <a:p>
            <a:pPr lvl="0"/>
            <a:r>
              <a:rPr lang="en-IN" dirty="0"/>
              <a:t>Automated notifications </a:t>
            </a:r>
          </a:p>
          <a:p>
            <a:pPr marL="0" indent="0">
              <a:buNone/>
            </a:pPr>
            <a:r>
              <a:rPr lang="en-IN" b="1" dirty="0"/>
              <a:t>Don't claim these are already implemented.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859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81D5-4530-DC7F-5AB2-82569D1E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1715351"/>
            <a:ext cx="3291840" cy="52493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61EA-66AC-80BA-BACD-9EC4EAD82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40864"/>
            <a:ext cx="10820400" cy="4005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From reactive maintenance to proactive fleet operations.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Collect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Understand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Identify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Act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Resolve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5C0F0-D4A9-A4FB-4733-BBFD92F26C3A}"/>
              </a:ext>
            </a:extLst>
          </p:cNvPr>
          <p:cNvSpPr txBox="1"/>
          <p:nvPr/>
        </p:nvSpPr>
        <p:spPr>
          <a:xfrm>
            <a:off x="4215384" y="6071616"/>
            <a:ext cx="2148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5456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52</TotalTime>
  <Words>689</Words>
  <Application>Microsoft Office PowerPoint</Application>
  <PresentationFormat>Widescreen</PresentationFormat>
  <Paragraphs>217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Century Gothic</vt:lpstr>
      <vt:lpstr>Vapor Trail</vt:lpstr>
      <vt:lpstr>CABWISE AI-Powered Fleet Downtime Prevention System </vt:lpstr>
      <vt:lpstr>Technology Stack</vt:lpstr>
      <vt:lpstr>Problem Statement</vt:lpstr>
      <vt:lpstr>Target Users</vt:lpstr>
      <vt:lpstr>Existing Approach</vt:lpstr>
      <vt:lpstr>Proposed Solution</vt:lpstr>
      <vt:lpstr>Core Innovation</vt:lpstr>
      <vt:lpstr>System Workflow</vt:lpstr>
      <vt:lpstr>Expected Impact</vt:lpstr>
      <vt:lpstr>Vehicle Health Module</vt:lpstr>
      <vt:lpstr>AI Driver Issue Reporting</vt:lpstr>
      <vt:lpstr>Risk &amp; Attention Engine</vt:lpstr>
      <vt:lpstr>Long Trip Decision Support</vt:lpstr>
      <vt:lpstr>Action Center</vt:lpstr>
      <vt:lpstr>Fleet Dashboard</vt:lpstr>
      <vt:lpstr>AI Fleet Assistant</vt:lpstr>
      <vt:lpstr>System Architecture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 s</dc:creator>
  <cp:lastModifiedBy>Selva s</cp:lastModifiedBy>
  <cp:revision>1</cp:revision>
  <dcterms:created xsi:type="dcterms:W3CDTF">2026-09-26T04:51:33Z</dcterms:created>
  <dcterms:modified xsi:type="dcterms:W3CDTF">2026-09-26T05:52:33Z</dcterms:modified>
</cp:coreProperties>
</file>